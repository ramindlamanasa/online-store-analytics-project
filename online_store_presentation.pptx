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6C1C20-BE0B-4BE5-AF09-194F58EDA54B}" v="1" dt="2026-03-08T16:08:11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y ksp" userId="a0d7c6316bc6e666" providerId="LiveId" clId="{53946468-0971-43AB-BF61-E3771C7C05D6}"/>
    <pc:docChg chg="modSld">
      <pc:chgData name="sandy ksp" userId="a0d7c6316bc6e666" providerId="LiveId" clId="{53946468-0971-43AB-BF61-E3771C7C05D6}" dt="2026-03-08T16:08:34.399" v="6" actId="20577"/>
      <pc:docMkLst>
        <pc:docMk/>
      </pc:docMkLst>
      <pc:sldChg chg="modSp mod">
        <pc:chgData name="sandy ksp" userId="a0d7c6316bc6e666" providerId="LiveId" clId="{53946468-0971-43AB-BF61-E3771C7C05D6}" dt="2026-03-08T16:08:34.399" v="6" actId="20577"/>
        <pc:sldMkLst>
          <pc:docMk/>
          <pc:sldMk cId="0" sldId="256"/>
        </pc:sldMkLst>
        <pc:spChg chg="mod">
          <ac:chgData name="sandy ksp" userId="a0d7c6316bc6e666" providerId="LiveId" clId="{53946468-0971-43AB-BF61-E3771C7C05D6}" dt="2026-03-08T16:08:34.399" v="6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88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08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58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5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7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2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12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80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210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2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Store Sales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Project: Sales Analysis using SQL and Power BI</a:t>
            </a:r>
          </a:p>
          <a:p>
            <a:r>
              <a:rPr dirty="0"/>
              <a:t>Presenter: </a:t>
            </a:r>
            <a:r>
              <a:rPr dirty="0" err="1"/>
              <a:t>Ramindla</a:t>
            </a:r>
            <a:r>
              <a:rPr dirty="0"/>
              <a:t> Manasa</a:t>
            </a:r>
          </a:p>
          <a:p>
            <a:r>
              <a:rPr dirty="0"/>
              <a:t>Goal: </a:t>
            </a:r>
            <a:r>
              <a:rPr lang="en-US" dirty="0"/>
              <a:t> An Online store wants to improve its sales and performance. </a:t>
            </a:r>
            <a:r>
              <a:rPr dirty="0"/>
              <a:t>Identify sales trends, profitable regions, and top products</a:t>
            </a:r>
          </a:p>
          <a:p>
            <a:r>
              <a:rPr dirty="0"/>
              <a:t>Tools Used: SQL Server,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Orders, Returns, and People tables</a:t>
            </a:r>
          </a:p>
          <a:p>
            <a:r>
              <a:t>Analyzed customer behavior, product performance, and regional sales</a:t>
            </a:r>
          </a:p>
          <a:p>
            <a:r>
              <a:t>Used SQL for data querying and analysis</a:t>
            </a:r>
          </a:p>
          <a:p>
            <a:r>
              <a:t>Used Power BI to build an interactive analytics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with sales above average</a:t>
            </a:r>
          </a:p>
          <a:p>
            <a:r>
              <a:t>Customer with maximum orders in each category</a:t>
            </a:r>
          </a:p>
          <a:p>
            <a:r>
              <a:t>Top 3 products by sales using ranking</a:t>
            </a:r>
          </a:p>
          <a:p>
            <a:r>
              <a:t>Year-over-Year (YoY) sales growth analysis</a:t>
            </a:r>
          </a:p>
          <a:p>
            <a:r>
              <a:t>Most profitable shipping mode by region</a:t>
            </a:r>
          </a:p>
          <a:p>
            <a:r>
              <a:t>Stored Procedure and User Defined Function for customer order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$2.3M</a:t>
            </a:r>
          </a:p>
          <a:p>
            <a:r>
              <a:t>Total Profit: 286K with Profit Ratio of 12%</a:t>
            </a:r>
          </a:p>
          <a:p>
            <a:r>
              <a:t>West Region generated the highest sales</a:t>
            </a:r>
          </a:p>
          <a:p>
            <a:r>
              <a:t>Technology category produced the highest profit</a:t>
            </a:r>
          </a:p>
          <a:p>
            <a:r>
              <a:t>Tables and Bookcases showed negative profit</a:t>
            </a:r>
          </a:p>
          <a:p>
            <a:r>
              <a:t>Return Rate observed: 5.9%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marketing on high performing regions like West</a:t>
            </a:r>
          </a:p>
          <a:p>
            <a:r>
              <a:rPr lang="en-US" dirty="0"/>
              <a:t>Promote high profit Technology products</a:t>
            </a:r>
          </a:p>
          <a:p>
            <a:r>
              <a:rPr lang="en-US" dirty="0"/>
              <a:t>Improve pricing or cost control for loss making furniture items</a:t>
            </a:r>
          </a:p>
          <a:p>
            <a:r>
              <a:rPr lang="en-US" dirty="0"/>
              <a:t>Improve packaging and product quality to reduce returns</a:t>
            </a:r>
          </a:p>
          <a:p>
            <a:r>
              <a:rPr lang="en-US" dirty="0"/>
              <a:t>Use data dashboards for better business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</TotalTime>
  <Words>216</Words>
  <Application>Microsoft Office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Online Store Sales Analytics</vt:lpstr>
      <vt:lpstr>Project Overview</vt:lpstr>
      <vt:lpstr>SQL Analysis Performed</vt:lpstr>
      <vt:lpstr>Power BI Dashboard Insights</vt:lpstr>
      <vt:lpstr>Key Findings and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sandyksp</dc:creator>
  <cp:keywords/>
  <dc:description>generated using python-pptx</dc:description>
  <cp:lastModifiedBy>sandy ksp</cp:lastModifiedBy>
  <cp:revision>3</cp:revision>
  <dcterms:created xsi:type="dcterms:W3CDTF">2013-01-27T09:14:16Z</dcterms:created>
  <dcterms:modified xsi:type="dcterms:W3CDTF">2026-03-08T16:08:38Z</dcterms:modified>
  <cp:category/>
</cp:coreProperties>
</file>